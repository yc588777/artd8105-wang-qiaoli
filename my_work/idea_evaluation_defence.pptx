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10 seconds: say your name and the project title, and move on.
The rules: five slides, three minutes, then two minutes of questions. Do not add slides, and do not make the text smaller to fit more in — cut words instead.
Each slide comes from your idea evaluation or your literature check. If a slide is hard to fill, that part of your idea evaluation needs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
Read your three sentences as written. If you need more than three sentences, the problem is not narrow enough yet.
Then say whether it is a new problem or an old one. If new, why it matters. If old, what has been tried and why that is not good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This slide comes from your literature check (my_work/literature_verification.md).
Name the three works closest to yours — only works you have opened and checked yourself — and what each does not do.
Then say the gap in one sentence, and what you changed in your project because of the check — if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Sections 4, 5 and 7 of your idea evaluation.
Say your contribution type, and how the gap points to it. Then your contributions — each one names the problem, your method and what is gained, not just what you did.
Finish with the necessity test: take away the making, then the site. Both should break the project; say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
Name your primary venue and track, the format and the deadline, and one thing its review form rewards. Give your backup.
Then the made thing: what it is, which machine or material, and whether it is booked. One image if you have one.
Stop. Questions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ENCE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minutes · 5 slides · then 2 minutes of questions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370332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ARTD8105 · Session 8 · 14 October 2026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ENCE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9646920" y="438912"/>
            <a:ext cx="1965960" cy="530352"/>
          </a:xfrm>
          <a:prstGeom prst="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4" name="Text 1"/>
          <p:cNvSpPr/>
          <p:nvPr/>
        </p:nvSpPr>
        <p:spPr>
          <a:xfrm>
            <a:off x="9646920" y="43891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about 45 seconds</a:t>
            </a:r>
            <a:endParaRPr lang="en-US" sz="14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6" name="Shape 2"/>
          <p:cNvSpPr/>
          <p:nvPr/>
        </p:nvSpPr>
        <p:spPr>
          <a:xfrm>
            <a:off x="7635240" y="1371600"/>
            <a:ext cx="3977640" cy="4663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ARTD8105 · Idea evaluation defence · 3 minutes, then 2 minutes of questions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海棠经纬——面向数字制造的参数化竹编扇生成系统 / Haitang Jingwei: A Parametric Bamboo-Fan Generator for Digital Fabrication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37033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汪俏黎 / WANG QIALI</a:t>
            </a:r>
            <a:endParaRPr lang="en-US" sz="22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个人项目 / Individual project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problem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非凸海棠硬边框内要连续编织、两端进框、无碎线。生成时就要满足桌面 3D 打印的线宽、间隙和悬垂。收进非专业用户能拖的 Web 系统，导出可切片网格。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New or old?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旧问题。Ren/Panetta、Wu 的织机折返、Weavecraft、Muslimin 语法、Wang 的机器人竹亭都做过编织；它们都不处理这把扇的闭合硬框加打印约束。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gap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Ren, Panetta et al. 2021：曲面弹性条带，不处理闭合硬框，也不能实时、不能直接 3D 打印。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Wu et al. 2020 织机浮雕：矩形布边折返，迁不到海棠框。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Weavecraft 2020：仿真界面成熟，没有带框的可打印实体。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gap, and what changed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现有计算编织系统缺乏面向非凸封闭边界的几何锚定算法，无法实时生成无碎线、具真实起伏且匹配 3D 打印约束的连续竹编结构。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废弃布尔裁剪；把打印间隙/悬垂写进生成；只声称几何转译；本学期不做用户实验。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contribution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Type: method / 方法贡献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 边界碎线 → 求交、去短线、端点嵌入边框 → 瓣角仍连续可打印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2 过密即穿模 → 压挑+间隙+悬垂锁死 → 导出与打印机公差一致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3 工具停在仿真 → Web 滑块到 STL（辅助证据，不是主贡献）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Necessity test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不做：布尔断头能否打印，只有打印件能证明。现在还没有打印。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不在这里：去掉海棠硬框和桌面打印，就只剩已被做过的计算编织。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it goes, and what I will make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ACM DIS 2027 · Papers · ~7000-8000 words · abstract 11 Jan 2027 AoE / full paper 18 Jan 2027 AoE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Reviewers ask: is the DIS/HCI contribution clear, is it situated in HCI, are the implications for interaction design stated?</a:t>
            </a:r>
            <a:endParaRPr lang="en-US" sz="2200" dirty="0"/>
          </a:p>
          <a:p>
            <a:pPr algn="l" indent="0" marL="0">
              <a:buNone/>
            </a:pP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Backup: ACM C and C 2027 Papers · abstract 19 Jan / full 25 Jan 2027 AoE (TEI Arts not used)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By 25 November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Object: parametric haitang rigid fan. Machine: FDS DZ 13-103 resin (detail) or FDM P2S (iterate). Booking not yet made.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Image: process_journal/2026-10-13_haitang-rotating-diamond.png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TD8105 Defence">
  <a:themeElements>
    <a:clrScheme name="ARTD8105 Defence">
      <a:dk1>
        <a:srgbClr val="16213E"/>
      </a:dk1>
      <a:lt1>
        <a:srgbClr val="FFFFFF"/>
      </a:lt1>
      <a:dk2>
        <a:srgbClr val="4E5D75"/>
      </a:dk2>
      <a:lt2>
        <a:srgbClr val="F2F3F5"/>
      </a:lt2>
      <a:accent1>
        <a:srgbClr val="E94F37"/>
      </a:accent1>
      <a:accent2>
        <a:srgbClr val="16213E"/>
      </a:accent2>
      <a:accent3>
        <a:srgbClr val="7A8CA3"/>
      </a:accent3>
      <a:accent4>
        <a:srgbClr val="E2E4E8"/>
      </a:accent4>
      <a:accent5>
        <a:srgbClr val="2F6F8F"/>
      </a:accent5>
      <a:accent6>
        <a:srgbClr val="F2B134"/>
      </a:accent6>
      <a:hlink>
        <a:srgbClr val="2F6F8F"/>
      </a:hlink>
      <a:folHlink>
        <a:srgbClr val="7A8CA3"/>
      </a:folHlink>
    </a:clrScheme>
    <a:fontScheme name="ARTD8105 Defen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evaluation defence — template</dc:title>
  <dc:subject>PptxGenJS Presentation</dc:subject>
  <dc:creator>ARTD8105</dc:creator>
  <cp:lastModifiedBy>ARTD8105</cp:lastModifiedBy>
  <cp:revision>1</cp:revision>
  <dcterms:created xsi:type="dcterms:W3CDTF">2026-10-06T14:26:11Z</dcterms:created>
  <dcterms:modified xsi:type="dcterms:W3CDTF">2026-10-06T14:26:11Z</dcterms:modified>
</cp:coreProperties>
</file>