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10 seconds: say your name and the project title, and move on.
The rules: five slides, three minutes, then two minutes of questions. Do not add slides, and do not make the text smaller to fit more in — cut words instead.
Each slide comes from your idea evaluation or your literature check. If a slide is hard to fill, that part of your idea evaluation needs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
Read your three sentences as written. If you need more than three sentences, the problem is not narrow enough yet.
Then say whether it is a new problem or an old one. If new, why it matters. If old, what has been tried and why that is not good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 This slide comes from your literature check (my_work/literature_verification.md).
Name the three works closest to yours — only works you have opened and checked yourself — and what each does not do.
Then say the gap in one sentence, and what you changed in your project because of the check — if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 Sections 4, 5 and 7 of your idea evaluation.
Say your contribution type, and how the gap points to it. Then your contributions — each one names the problem, your method and what is gained, not just what you did.
Finish with the necessity test: take away the making, then the site. Both should break the project; say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45 seconds.
Name your primary venue and track, the format and the deadline, and one thing its review form rewards. Give your backup.
Then the made thing: what it is, which machine or material, and whether it is booked. One image if you have one.
Stop. Questions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ENCE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3 minutes · 5 slides · then 2 minutes of questions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70332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1"/>
          <p:cNvSpPr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ARTD8105 · Session 8 · 14 October 2026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ENCE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9646920" y="438912"/>
            <a:ext cx="1965960" cy="530352"/>
          </a:xfrm>
          <a:prstGeom prst="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4" name="Text 1"/>
          <p:cNvSpPr/>
          <p:nvPr/>
        </p:nvSpPr>
        <p:spPr>
          <a:xfrm>
            <a:off x="9646920" y="43891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about 45 seconds</a:t>
            </a:r>
            <a:endParaRPr lang="en-US" sz="1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6" name="Shape 2"/>
          <p:cNvSpPr/>
          <p:nvPr/>
        </p:nvSpPr>
        <p:spPr>
          <a:xfrm>
            <a:off x="7635240" y="1371600"/>
            <a:ext cx="3977640" cy="4663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ARTD8105 · Idea evaluation defence · 3 minutes, then 2 minutes of questions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spcAft>
                <a:spcPts val="800"/>
              </a:spcAft>
              <a:buNone/>
            </a:pPr>
            <a:r>
              <a:rPr sz="24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海棠经纬——面向数字制造的参数化竹编扇生成系统</a:t>
            </a:r>
            <a:endParaRPr lang="en-US" sz="4400" dirty="0"/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Haitang Jingwei: A Parametric Bamboo-Fan Generator for Digital Fabrication</a:t>
            </a:r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7033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sz="22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汪俏黎</a:t>
            </a:r>
            <a:endParaRPr lang="en-US" sz="2200" dirty="0"/>
          </a:p>
          <a:p>
            <a:pPr algn="l" indent="0" marL="0">
              <a:spcAft>
                <a:spcPts val="1000"/>
              </a:spcAft>
              <a:buNone/>
            </a:pPr>
            <a:r>
              <a:rPr sz="18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WANG QIALI</a:t>
            </a:r>
            <a:endParaRPr lang="en-US" sz="2200" dirty="0"/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个人项目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Individual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sz="28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问题 / The problem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sz="15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在海棠形非凸硬边框内生成连续编织：压一挑一、两端进框、没有悬空碎线。</a:t>
            </a:r>
            <a:endParaRPr lang="en-US" sz="2200" dirty="0"/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Generate a continuous weave inside a non-convex haitang frame: over-under, ends in the rim, no dangling fragments.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生成时就要满足桌面 3D 打印的最小线宽、间隙和悬垂，而不是先出漂亮网格再在切片器里失败。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Print constraints (width, clearance, overhang) belong in generation, not after a pretty mesh fails in the slicer.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收进非专业用户能拖滑块的网页系统，导出可进入切片软件的网格。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A non-expert web tool with sliders, exporting a mesh that can go to the slicer.</a:t>
            </a:r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spcAft>
                <a:spcPts val="0"/>
              </a:spcAft>
              <a:buNone/>
            </a:pPr>
            <a:r>
              <a:rPr sz="16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新或旧？ / New or old?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旧问题。Ren/Panetta、Wu 的织机折返、Weavecraft、Muslimin 语法、Wang 的机器人竹亭都做过编织。</a:t>
            </a:r>
            <a:endParaRPr lang="en-US" sz="1800" dirty="0"/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An old problem. Computational weaving already exists in those five works.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它们都不处理这把扇的闭合硬框，加上桌面 3D 打印必须一次打出的刚性几何。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None of them handle this closed rigid frame plus one-shot desktop 3D-print geometry.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sz="28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缺口 / The gap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Ren, Panetta 等，2021：弯曲弹性条带能铺曲面，但不处理闭合硬框，也不能实时、不能直接 3D 打印。</a:t>
            </a:r>
            <a:endParaRPr lang="en-US" sz="2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Ren, Panetta et al. 2021: curved elastic ribbons on freeform surfaces — no closed rigid frame, not real-time, not a printable solid.</a:t>
            </a:r>
            <a:endParaRPr lang="en-US" sz="2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Wu 等，2020 织机浮雕：矩形布边折返保证连续，迁不到海棠形硬框。</a:t>
            </a:r>
            <a:endParaRPr lang="en-US" sz="2200" dirty="0"/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Wu et al. 2020 woven relief: continuous return on a rectangular loom edge — it does not transfer to a haitang rim.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Weavecraft，2020：非专家仿真界面成熟，没有带框的可打印实体。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Weavecraft 2020: a mature simulation UI, not a framed, printable object.</a:t>
            </a:r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spcAft>
                <a:spcPts val="0"/>
              </a:spcAft>
              <a:buNone/>
            </a:pPr>
            <a:r>
              <a:rPr sz="13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缺口，以及改了什么 / The gap, and what changed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sz="13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现有计算编织缺少面向非凸封闭边界的几何锚定，无法实时生成无碎线、有起伏、且匹配 3D 打印约束的连续竹编。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Current computational weaving lacks geometric anchoring to a non-convex closed boundary, so it cannot live-generate a continuous bamboo weave with no fragments, real relief, and print constraints.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因此：废弃布尔裁剪；把间隙和悬垂写进生成；只声称几何转译；本学期不做用户实验。</a:t>
            </a:r>
            <a:endParaRPr lang="en-US" sz="1800" dirty="0"/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So: drop Boolean trim; put clearance and overhang in the generator; claim geometric translation only; no user study this term.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sz="28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贡献 / The contribution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sz="16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类型：方法贡献</a:t>
            </a:r>
            <a:endParaRPr lang="en-US" sz="22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sz="1300" b="1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Type: method contribution</a:t>
            </a:r>
            <a:endParaRPr lang="en-US" sz="2200" dirty="0"/>
          </a:p>
          <a:p>
            <a:pPr algn="l" marL="342900" indent="-342900">
              <a:spcAft>
                <a:spcPts val="200"/>
              </a:spcAft>
              <a:buSzPct val="100000"/>
              <a:buChar char="•"/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1 边界碎线 → 求交、去短线、端点嵌入边框 → 瓣角仍连续可打印</a:t>
            </a:r>
            <a:endParaRPr lang="en-US" sz="22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1 Fragments at the rim → intersect, drop shorts, embed ends → the petals stay continuous and printable.</a:t>
            </a:r>
            <a:endParaRPr lang="en-US" sz="2200" dirty="0"/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2 过密即穿模 → 压挑、间隙、悬垂锁死 → 导出与打印机公差一致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2 Density causes collisions → over-under, clearance, overhang locks → export matches printer tolerance.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3 工具停在仿真 → 网页滑块到 STL（辅助证据，不是主贡献）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3 Tools stop at simulation → sliders to STL (supporting evidence, not the main claim).</a:t>
            </a:r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spcAft>
                <a:spcPts val="0"/>
              </a:spcAft>
              <a:buNone/>
            </a:pPr>
            <a:r>
              <a:rPr sz="14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必要性测试 / Necessity test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不做：布尔断头能不能打印，只有打印件能证明。现在还没有打印。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Without making: only prints can show whether Boolean stubs fail. Nothing has been printed yet.</a:t>
            </a:r>
            <a:endParaRPr lang="en-US" sz="1800" dirty="0"/>
          </a:p>
          <a:p>
            <a:pPr algn="l" indent="0" marL="0">
              <a:spcAft>
                <a:spcPts val="400"/>
              </a:spcAft>
              <a:buNone/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不在这里：去掉海棠硬框和桌面打印，就只剩别人已经做过的计算编织。</a:t>
            </a:r>
            <a:endParaRPr lang="en-US" sz="1800" dirty="0"/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Without this site: remove the haitang rim and desktop printing, and only prior computational weaving remains.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0"/>
              </a:spcAft>
              <a:buNone/>
            </a:pPr>
            <a:r>
              <a:rPr sz="20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投哪里，以及我要做什么 / Where it goes, and what I will make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371600"/>
            <a:ext cx="6766560" cy="4663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sz="14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主投：ACM DIS 2027 · Papers · 约 7,000–8,000 词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sz="12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Primary: ACM DIS 2027 · Papers · about 7,000–8,000 words</a:t>
            </a:r>
            <a:endParaRPr lang="en-US" sz="2200" dirty="0"/>
          </a:p>
          <a:p>
            <a:pPr algn="l" indent="0" marL="0">
              <a:spcAft>
                <a:spcPts val="200"/>
              </a:spcAft>
              <a:buNone/>
            </a:pPr>
            <a:r>
              <a:rPr sz="14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摘要 2027年1月11日 AoE；全文 1月18日 AoE</a:t>
            </a:r>
            <a:endParaRPr lang="en-US" sz="2200" dirty="0"/>
          </a:p>
          <a:p>
            <a:pPr algn="l" indent="0" marL="0">
              <a:spcAft>
                <a:spcPts val="800"/>
              </a:spcAft>
              <a:buNone/>
            </a:pPr>
            <a:r>
              <a:rPr sz="12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Abstract 11 Jan 2027 AoE; full paper 18 Jan 2027 AoE</a:t>
            </a:r>
            <a:endParaRPr lang="en-US" sz="2200" dirty="0"/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审稿问：对 DIS/HCI 的贡献是否说清，文献是否站在 HCI，对交互设计的含义是什么。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Reviewers ask: is the DIS/HCI contribution clear, is it situated in HCI, are implications for interaction design stated?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备份：ACM C&amp;C 2027 Papers · 摘要 1月19日 / 全文 1月25日 AoE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Backup: ACM C&amp;C 2027 Papers · abstract 19 Jan / full paper 25 Jan 2027 AoE</a:t>
            </a:r>
          </a:p>
        </p:txBody>
      </p:sp>
      <p:sp>
        <p:nvSpPr>
          <p:cNvPr id="4" name="side label"/>
          <p:cNvSpPr txBox="1"/>
          <p:nvPr/>
        </p:nvSpPr>
        <p:spPr>
          <a:xfrm>
            <a:off x="786384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spcAft>
                <a:spcPts val="0"/>
              </a:spcAft>
              <a:buNone/>
            </a:pPr>
            <a:r>
              <a:rPr sz="1400" b="1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到 11 月 25 日 / By 25 November</a:t>
            </a:r>
            <a:endParaRPr lang="en-US" sz="1800" dirty="0"/>
          </a:p>
        </p:txBody>
      </p:sp>
      <p:sp>
        <p:nvSpPr>
          <p:cNvPr id="5" name="Text 3"/>
          <p:cNvSpPr/>
          <p:nvPr>
            <p:ph idx="105" type="body" hasCustomPrompt="1"/>
          </p:nvPr>
        </p:nvSpPr>
        <p:spPr>
          <a:xfrm>
            <a:off x="7863840" y="2011680"/>
            <a:ext cx="352044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物件：参数化海棠刚性手扇（不是折扇）。</a:t>
            </a:r>
            <a:endParaRPr lang="en-US" sz="1800" dirty="0"/>
          </a:p>
          <a:p>
            <a:pPr algn="l" indent="0" marL="0">
              <a:spcAft>
                <a:spcPts val="600"/>
              </a:spcAft>
              <a:buNone/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Object: a parametric haitang rigid hand-fan, not a folding fan.</a:t>
            </a:r>
            <a:endParaRPr lang="en-US" sz="1800" dirty="0"/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Calibri"/>
                <a:ea typeface="Microsoft YaHei"/>
                <a:cs typeface="Calibri"/>
              </a:rPr>
              <a:t>机器：FDS DZ 13-103，细密用树脂，迭代用 FDM P2S。预约未做。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  <a:ea typeface="Microsoft YaHei"/>
                <a:cs typeface="Calibri"/>
              </a:rPr>
              <a:t>Machine: FDS DZ 13-103; resin for fine weave, FDM P2S to iterate. Not yet booked.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  <p:pic>
        <p:nvPicPr>
          <p:cNvPr id="26" name="Picture 25" descr="2026-10-13_haitang-rotating-diamo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760" y="4300000"/>
            <a:ext cx="3276600" cy="19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RTD8105 Defence">
  <a:themeElements>
    <a:clrScheme name="ARTD8105 Defence">
      <a:dk1>
        <a:srgbClr val="16213E"/>
      </a:dk1>
      <a:lt1>
        <a:srgbClr val="FFFFFF"/>
      </a:lt1>
      <a:dk2>
        <a:srgbClr val="4E5D75"/>
      </a:dk2>
      <a:lt2>
        <a:srgbClr val="F2F3F5"/>
      </a:lt2>
      <a:accent1>
        <a:srgbClr val="E94F37"/>
      </a:accent1>
      <a:accent2>
        <a:srgbClr val="16213E"/>
      </a:accent2>
      <a:accent3>
        <a:srgbClr val="7A8CA3"/>
      </a:accent3>
      <a:accent4>
        <a:srgbClr val="E2E4E8"/>
      </a:accent4>
      <a:accent5>
        <a:srgbClr val="2F6F8F"/>
      </a:accent5>
      <a:accent6>
        <a:srgbClr val="F2B134"/>
      </a:accent6>
      <a:hlink>
        <a:srgbClr val="2F6F8F"/>
      </a:hlink>
      <a:folHlink>
        <a:srgbClr val="7A8CA3"/>
      </a:folHlink>
    </a:clrScheme>
    <a:fontScheme name="ARTD8105 Defen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evaluation defence — template</dc:title>
  <dc:subject>PptxGenJS Presentation</dc:subject>
  <dc:creator>ARTD8105</dc:creator>
  <cp:lastModifiedBy>ARTD8105</cp:lastModifiedBy>
  <cp:revision>1</cp:revision>
  <dcterms:created xsi:type="dcterms:W3CDTF">2026-10-06T14:26:11Z</dcterms:created>
  <dcterms:modified xsi:type="dcterms:W3CDTF">2026-10-06T14:26:11Z</dcterms:modified>
</cp:coreProperties>
</file>